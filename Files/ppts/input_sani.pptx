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3480FE-7F79-E1AB-2ED8-019F9E153597}" v="358" dt="2025-09-15T17:59:53.684"/>
    <p1510:client id="{FD4A1326-7EA4-1CF5-E3B9-2F4A7910EFB3}" v="25" dt="2025-09-16T10:42:35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3B3480FE-7F79-E1AB-2ED8-019F9E153597}"/>
    <pc:docChg chg="modSld">
      <pc:chgData name="" userId="" providerId="" clId="Web-{3B3480FE-7F79-E1AB-2ED8-019F9E153597}" dt="2025-09-15T17:46:51.021" v="7" actId="20577"/>
      <pc:docMkLst>
        <pc:docMk/>
      </pc:docMkLst>
      <pc:sldChg chg="modSp">
        <pc:chgData name="" userId="" providerId="" clId="Web-{3B3480FE-7F79-E1AB-2ED8-019F9E153597}" dt="2025-09-15T17:46:51.021" v="7" actId="20577"/>
        <pc:sldMkLst>
          <pc:docMk/>
          <pc:sldMk cId="109857222" sldId="256"/>
        </pc:sldMkLst>
        <pc:spChg chg="mod">
          <ac:chgData name="" userId="" providerId="" clId="Web-{3B3480FE-7F79-E1AB-2ED8-019F9E153597}" dt="2025-09-15T17:46:51.021" v="7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dam Watkin" userId="S::adam.watkin@utcleeds.co.uk::367a0140-5d2d-41f2-baad-61c34010bc9d" providerId="AD" clId="Web-{3B3480FE-7F79-E1AB-2ED8-019F9E153597}"/>
    <pc:docChg chg="mod addSld modSld addMainMaster delMainMaster">
      <pc:chgData name="Adam Watkin" userId="S::adam.watkin@utcleeds.co.uk::367a0140-5d2d-41f2-baad-61c34010bc9d" providerId="AD" clId="Web-{3B3480FE-7F79-E1AB-2ED8-019F9E153597}" dt="2025-09-15T17:59:53.684" v="332" actId="20577"/>
      <pc:docMkLst>
        <pc:docMk/>
      </pc:docMkLst>
      <pc:sldChg chg="modSp mod modClrScheme chgLayout">
        <pc:chgData name="Adam Watkin" userId="S::adam.watkin@utcleeds.co.uk::367a0140-5d2d-41f2-baad-61c34010bc9d" providerId="AD" clId="Web-{3B3480FE-7F79-E1AB-2ED8-019F9E153597}" dt="2025-09-15T17:47:13.601" v="32"/>
        <pc:sldMkLst>
          <pc:docMk/>
          <pc:sldMk cId="109857222" sldId="256"/>
        </pc:sldMkLst>
        <pc:spChg chg="mod ord">
          <ac:chgData name="Adam Watkin" userId="S::adam.watkin@utcleeds.co.uk::367a0140-5d2d-41f2-baad-61c34010bc9d" providerId="AD" clId="Web-{3B3480FE-7F79-E1AB-2ED8-019F9E153597}" dt="2025-09-15T17:47:13.601" v="32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dam Watkin" userId="S::adam.watkin@utcleeds.co.uk::367a0140-5d2d-41f2-baad-61c34010bc9d" providerId="AD" clId="Web-{3B3480FE-7F79-E1AB-2ED8-019F9E153597}" dt="2025-09-15T17:47:13.601" v="32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Adam Watkin" userId="S::adam.watkin@utcleeds.co.uk::367a0140-5d2d-41f2-baad-61c34010bc9d" providerId="AD" clId="Web-{3B3480FE-7F79-E1AB-2ED8-019F9E153597}" dt="2025-09-15T17:48:23.123" v="101" actId="20577"/>
        <pc:sldMkLst>
          <pc:docMk/>
          <pc:sldMk cId="2463098953" sldId="257"/>
        </pc:sldMkLst>
        <pc:spChg chg="mod">
          <ac:chgData name="Adam Watkin" userId="S::adam.watkin@utcleeds.co.uk::367a0140-5d2d-41f2-baad-61c34010bc9d" providerId="AD" clId="Web-{3B3480FE-7F79-E1AB-2ED8-019F9E153597}" dt="2025-09-15T17:47:46.370" v="41" actId="20577"/>
          <ac:spMkLst>
            <pc:docMk/>
            <pc:sldMk cId="2463098953" sldId="257"/>
            <ac:spMk id="2" creationId="{36636CFC-7405-BAB3-C949-347C4FB5E464}"/>
          </ac:spMkLst>
        </pc:spChg>
        <pc:spChg chg="mod">
          <ac:chgData name="Adam Watkin" userId="S::adam.watkin@utcleeds.co.uk::367a0140-5d2d-41f2-baad-61c34010bc9d" providerId="AD" clId="Web-{3B3480FE-7F79-E1AB-2ED8-019F9E153597}" dt="2025-09-15T17:48:23.123" v="101" actId="20577"/>
          <ac:spMkLst>
            <pc:docMk/>
            <pc:sldMk cId="2463098953" sldId="257"/>
            <ac:spMk id="3" creationId="{425DED23-E491-150C-63D9-2CCFC8E77221}"/>
          </ac:spMkLst>
        </pc:spChg>
      </pc:sldChg>
      <pc:sldChg chg="modSp new">
        <pc:chgData name="Adam Watkin" userId="S::adam.watkin@utcleeds.co.uk::367a0140-5d2d-41f2-baad-61c34010bc9d" providerId="AD" clId="Web-{3B3480FE-7F79-E1AB-2ED8-019F9E153597}" dt="2025-09-15T17:51:21.869" v="151" actId="20577"/>
        <pc:sldMkLst>
          <pc:docMk/>
          <pc:sldMk cId="2125309568" sldId="258"/>
        </pc:sldMkLst>
        <pc:spChg chg="mod">
          <ac:chgData name="Adam Watkin" userId="S::adam.watkin@utcleeds.co.uk::367a0140-5d2d-41f2-baad-61c34010bc9d" providerId="AD" clId="Web-{3B3480FE-7F79-E1AB-2ED8-019F9E153597}" dt="2025-09-15T17:48:30.187" v="107" actId="20577"/>
          <ac:spMkLst>
            <pc:docMk/>
            <pc:sldMk cId="2125309568" sldId="258"/>
            <ac:spMk id="2" creationId="{1F78574E-6185-9BCE-B8B6-6041109E9F15}"/>
          </ac:spMkLst>
        </pc:spChg>
        <pc:spChg chg="mod">
          <ac:chgData name="Adam Watkin" userId="S::adam.watkin@utcleeds.co.uk::367a0140-5d2d-41f2-baad-61c34010bc9d" providerId="AD" clId="Web-{3B3480FE-7F79-E1AB-2ED8-019F9E153597}" dt="2025-09-15T17:51:21.869" v="151" actId="20577"/>
          <ac:spMkLst>
            <pc:docMk/>
            <pc:sldMk cId="2125309568" sldId="258"/>
            <ac:spMk id="3" creationId="{1FE5E51E-4C1A-A1B6-B617-89DF3142A88F}"/>
          </ac:spMkLst>
        </pc:spChg>
      </pc:sldChg>
      <pc:sldChg chg="modSp new">
        <pc:chgData name="Adam Watkin" userId="S::adam.watkin@utcleeds.co.uk::367a0140-5d2d-41f2-baad-61c34010bc9d" providerId="AD" clId="Web-{3B3480FE-7F79-E1AB-2ED8-019F9E153597}" dt="2025-09-15T17:55:24.800" v="219" actId="20577"/>
        <pc:sldMkLst>
          <pc:docMk/>
          <pc:sldMk cId="1977184693" sldId="259"/>
        </pc:sldMkLst>
        <pc:spChg chg="mod">
          <ac:chgData name="Adam Watkin" userId="S::adam.watkin@utcleeds.co.uk::367a0140-5d2d-41f2-baad-61c34010bc9d" providerId="AD" clId="Web-{3B3480FE-7F79-E1AB-2ED8-019F9E153597}" dt="2025-09-15T17:51:30.073" v="156" actId="20577"/>
          <ac:spMkLst>
            <pc:docMk/>
            <pc:sldMk cId="1977184693" sldId="259"/>
            <ac:spMk id="2" creationId="{43AB7603-20AF-324E-1D75-FBE709562F99}"/>
          </ac:spMkLst>
        </pc:spChg>
        <pc:spChg chg="mod">
          <ac:chgData name="Adam Watkin" userId="S::adam.watkin@utcleeds.co.uk::367a0140-5d2d-41f2-baad-61c34010bc9d" providerId="AD" clId="Web-{3B3480FE-7F79-E1AB-2ED8-019F9E153597}" dt="2025-09-15T17:55:24.800" v="219" actId="20577"/>
          <ac:spMkLst>
            <pc:docMk/>
            <pc:sldMk cId="1977184693" sldId="259"/>
            <ac:spMk id="3" creationId="{FC2E4FB3-22F2-03C2-0C91-AB0FF006E2DC}"/>
          </ac:spMkLst>
        </pc:spChg>
      </pc:sldChg>
      <pc:sldChg chg="addSp delSp modSp new">
        <pc:chgData name="Adam Watkin" userId="S::adam.watkin@utcleeds.co.uk::367a0140-5d2d-41f2-baad-61c34010bc9d" providerId="AD" clId="Web-{3B3480FE-7F79-E1AB-2ED8-019F9E153597}" dt="2025-09-15T17:55:52.004" v="222"/>
        <pc:sldMkLst>
          <pc:docMk/>
          <pc:sldMk cId="723654445" sldId="260"/>
        </pc:sldMkLst>
        <pc:spChg chg="mod">
          <ac:chgData name="Adam Watkin" userId="S::adam.watkin@utcleeds.co.uk::367a0140-5d2d-41f2-baad-61c34010bc9d" providerId="AD" clId="Web-{3B3480FE-7F79-E1AB-2ED8-019F9E153597}" dt="2025-09-15T17:55:27.644" v="221" actId="20577"/>
          <ac:spMkLst>
            <pc:docMk/>
            <pc:sldMk cId="723654445" sldId="260"/>
            <ac:spMk id="2" creationId="{0AF9FC36-0578-D25B-2C49-2655538D825A}"/>
          </ac:spMkLst>
        </pc:spChg>
        <pc:spChg chg="del">
          <ac:chgData name="Adam Watkin" userId="S::adam.watkin@utcleeds.co.uk::367a0140-5d2d-41f2-baad-61c34010bc9d" providerId="AD" clId="Web-{3B3480FE-7F79-E1AB-2ED8-019F9E153597}" dt="2025-09-15T17:55:52.004" v="222"/>
          <ac:spMkLst>
            <pc:docMk/>
            <pc:sldMk cId="723654445" sldId="260"/>
            <ac:spMk id="3" creationId="{345EA149-CBE2-5F22-85EB-1BBF4AB8DD37}"/>
          </ac:spMkLst>
        </pc:spChg>
        <pc:picChg chg="add mod ord">
          <ac:chgData name="Adam Watkin" userId="S::adam.watkin@utcleeds.co.uk::367a0140-5d2d-41f2-baad-61c34010bc9d" providerId="AD" clId="Web-{3B3480FE-7F79-E1AB-2ED8-019F9E153597}" dt="2025-09-15T17:55:52.004" v="222"/>
          <ac:picMkLst>
            <pc:docMk/>
            <pc:sldMk cId="723654445" sldId="260"/>
            <ac:picMk id="4" creationId="{07DE538C-4212-C693-2D71-AFF6909547A8}"/>
          </ac:picMkLst>
        </pc:picChg>
      </pc:sldChg>
      <pc:sldChg chg="addSp delSp modSp new">
        <pc:chgData name="Adam Watkin" userId="S::adam.watkin@utcleeds.co.uk::367a0140-5d2d-41f2-baad-61c34010bc9d" providerId="AD" clId="Web-{3B3480FE-7F79-E1AB-2ED8-019F9E153597}" dt="2025-09-15T17:56:14.598" v="225"/>
        <pc:sldMkLst>
          <pc:docMk/>
          <pc:sldMk cId="2429584484" sldId="261"/>
        </pc:sldMkLst>
        <pc:spChg chg="mod">
          <ac:chgData name="Adam Watkin" userId="S::adam.watkin@utcleeds.co.uk::367a0140-5d2d-41f2-baad-61c34010bc9d" providerId="AD" clId="Web-{3B3480FE-7F79-E1AB-2ED8-019F9E153597}" dt="2025-09-15T17:56:08.223" v="224" actId="20577"/>
          <ac:spMkLst>
            <pc:docMk/>
            <pc:sldMk cId="2429584484" sldId="261"/>
            <ac:spMk id="2" creationId="{46ADA1E3-ED07-BE1C-BF66-72FE80931AF8}"/>
          </ac:spMkLst>
        </pc:spChg>
        <pc:spChg chg="del">
          <ac:chgData name="Adam Watkin" userId="S::adam.watkin@utcleeds.co.uk::367a0140-5d2d-41f2-baad-61c34010bc9d" providerId="AD" clId="Web-{3B3480FE-7F79-E1AB-2ED8-019F9E153597}" dt="2025-09-15T17:56:14.598" v="225"/>
          <ac:spMkLst>
            <pc:docMk/>
            <pc:sldMk cId="2429584484" sldId="261"/>
            <ac:spMk id="3" creationId="{0A7FF9F4-7015-BD77-A041-ACBF21255C6D}"/>
          </ac:spMkLst>
        </pc:spChg>
        <pc:picChg chg="add mod ord">
          <ac:chgData name="Adam Watkin" userId="S::adam.watkin@utcleeds.co.uk::367a0140-5d2d-41f2-baad-61c34010bc9d" providerId="AD" clId="Web-{3B3480FE-7F79-E1AB-2ED8-019F9E153597}" dt="2025-09-15T17:56:14.598" v="225"/>
          <ac:picMkLst>
            <pc:docMk/>
            <pc:sldMk cId="2429584484" sldId="261"/>
            <ac:picMk id="4" creationId="{ED0798C0-2538-B61B-4CDE-35F2FC3ADEB0}"/>
          </ac:picMkLst>
        </pc:picChg>
      </pc:sldChg>
      <pc:sldChg chg="addSp delSp modSp new">
        <pc:chgData name="Adam Watkin" userId="S::adam.watkin@utcleeds.co.uk::367a0140-5d2d-41f2-baad-61c34010bc9d" providerId="AD" clId="Web-{3B3480FE-7F79-E1AB-2ED8-019F9E153597}" dt="2025-09-15T17:57:21.322" v="232"/>
        <pc:sldMkLst>
          <pc:docMk/>
          <pc:sldMk cId="1291410614" sldId="262"/>
        </pc:sldMkLst>
        <pc:spChg chg="mod">
          <ac:chgData name="Adam Watkin" userId="S::adam.watkin@utcleeds.co.uk::367a0140-5d2d-41f2-baad-61c34010bc9d" providerId="AD" clId="Web-{3B3480FE-7F79-E1AB-2ED8-019F9E153597}" dt="2025-09-15T17:56:43.661" v="227" actId="20577"/>
          <ac:spMkLst>
            <pc:docMk/>
            <pc:sldMk cId="1291410614" sldId="262"/>
            <ac:spMk id="2" creationId="{80578FC2-8A5F-7049-043B-E8E3AD23D5E6}"/>
          </ac:spMkLst>
        </pc:spChg>
        <pc:spChg chg="del">
          <ac:chgData name="Adam Watkin" userId="S::adam.watkin@utcleeds.co.uk::367a0140-5d2d-41f2-baad-61c34010bc9d" providerId="AD" clId="Web-{3B3480FE-7F79-E1AB-2ED8-019F9E153597}" dt="2025-09-15T17:57:21.322" v="232"/>
          <ac:spMkLst>
            <pc:docMk/>
            <pc:sldMk cId="1291410614" sldId="262"/>
            <ac:spMk id="3" creationId="{58B682E4-3869-6CF1-65DC-F9268CEC1F94}"/>
          </ac:spMkLst>
        </pc:spChg>
        <pc:picChg chg="add mod ord">
          <ac:chgData name="Adam Watkin" userId="S::adam.watkin@utcleeds.co.uk::367a0140-5d2d-41f2-baad-61c34010bc9d" providerId="AD" clId="Web-{3B3480FE-7F79-E1AB-2ED8-019F9E153597}" dt="2025-09-15T17:57:21.322" v="232"/>
          <ac:picMkLst>
            <pc:docMk/>
            <pc:sldMk cId="1291410614" sldId="262"/>
            <ac:picMk id="4" creationId="{473228BE-810F-0790-B2BA-ACDCCC52D61A}"/>
          </ac:picMkLst>
        </pc:picChg>
      </pc:sldChg>
      <pc:sldChg chg="addSp delSp modSp new">
        <pc:chgData name="Adam Watkin" userId="S::adam.watkin@utcleeds.co.uk::367a0140-5d2d-41f2-baad-61c34010bc9d" providerId="AD" clId="Web-{3B3480FE-7F79-E1AB-2ED8-019F9E153597}" dt="2025-09-15T17:57:25.525" v="233"/>
        <pc:sldMkLst>
          <pc:docMk/>
          <pc:sldMk cId="1232278964" sldId="263"/>
        </pc:sldMkLst>
        <pc:spChg chg="mod">
          <ac:chgData name="Adam Watkin" userId="S::adam.watkin@utcleeds.co.uk::367a0140-5d2d-41f2-baad-61c34010bc9d" providerId="AD" clId="Web-{3B3480FE-7F79-E1AB-2ED8-019F9E153597}" dt="2025-09-15T17:56:54.318" v="229" actId="20577"/>
          <ac:spMkLst>
            <pc:docMk/>
            <pc:sldMk cId="1232278964" sldId="263"/>
            <ac:spMk id="2" creationId="{800D9621-FEB2-AA33-69B4-816676F1A8FB}"/>
          </ac:spMkLst>
        </pc:spChg>
        <pc:spChg chg="del">
          <ac:chgData name="Adam Watkin" userId="S::adam.watkin@utcleeds.co.uk::367a0140-5d2d-41f2-baad-61c34010bc9d" providerId="AD" clId="Web-{3B3480FE-7F79-E1AB-2ED8-019F9E153597}" dt="2025-09-15T17:57:25.525" v="233"/>
          <ac:spMkLst>
            <pc:docMk/>
            <pc:sldMk cId="1232278964" sldId="263"/>
            <ac:spMk id="3" creationId="{AA48AC22-47A6-5CC3-AD8E-756BD632738C}"/>
          </ac:spMkLst>
        </pc:spChg>
        <pc:picChg chg="add mod ord">
          <ac:chgData name="Adam Watkin" userId="S::adam.watkin@utcleeds.co.uk::367a0140-5d2d-41f2-baad-61c34010bc9d" providerId="AD" clId="Web-{3B3480FE-7F79-E1AB-2ED8-019F9E153597}" dt="2025-09-15T17:57:25.525" v="233"/>
          <ac:picMkLst>
            <pc:docMk/>
            <pc:sldMk cId="1232278964" sldId="263"/>
            <ac:picMk id="4" creationId="{1186A81E-7ABC-3E55-3DD1-81544C91B7B9}"/>
          </ac:picMkLst>
        </pc:picChg>
      </pc:sldChg>
      <pc:sldChg chg="modSp new">
        <pc:chgData name="Adam Watkin" userId="S::adam.watkin@utcleeds.co.uk::367a0140-5d2d-41f2-baad-61c34010bc9d" providerId="AD" clId="Web-{3B3480FE-7F79-E1AB-2ED8-019F9E153597}" dt="2025-09-15T17:58:48.573" v="239" actId="20577"/>
        <pc:sldMkLst>
          <pc:docMk/>
          <pc:sldMk cId="177383083" sldId="264"/>
        </pc:sldMkLst>
        <pc:spChg chg="mod">
          <ac:chgData name="Adam Watkin" userId="S::adam.watkin@utcleeds.co.uk::367a0140-5d2d-41f2-baad-61c34010bc9d" providerId="AD" clId="Web-{3B3480FE-7F79-E1AB-2ED8-019F9E153597}" dt="2025-09-15T17:57:03.165" v="231" actId="20577"/>
          <ac:spMkLst>
            <pc:docMk/>
            <pc:sldMk cId="177383083" sldId="264"/>
            <ac:spMk id="2" creationId="{C4489CF8-2FFF-0F8A-01EA-EA46CE437E23}"/>
          </ac:spMkLst>
        </pc:spChg>
        <pc:spChg chg="mod">
          <ac:chgData name="Adam Watkin" userId="S::adam.watkin@utcleeds.co.uk::367a0140-5d2d-41f2-baad-61c34010bc9d" providerId="AD" clId="Web-{3B3480FE-7F79-E1AB-2ED8-019F9E153597}" dt="2025-09-15T17:58:48.573" v="239" actId="20577"/>
          <ac:spMkLst>
            <pc:docMk/>
            <pc:sldMk cId="177383083" sldId="264"/>
            <ac:spMk id="3" creationId="{B9506635-D1F3-42DA-90B7-15B682F46DCD}"/>
          </ac:spMkLst>
        </pc:spChg>
      </pc:sldChg>
      <pc:sldChg chg="modSp new">
        <pc:chgData name="Adam Watkin" userId="S::adam.watkin@utcleeds.co.uk::367a0140-5d2d-41f2-baad-61c34010bc9d" providerId="AD" clId="Web-{3B3480FE-7F79-E1AB-2ED8-019F9E153597}" dt="2025-09-15T17:59:53.684" v="332" actId="20577"/>
        <pc:sldMkLst>
          <pc:docMk/>
          <pc:sldMk cId="1902568077" sldId="265"/>
        </pc:sldMkLst>
        <pc:spChg chg="mod">
          <ac:chgData name="Adam Watkin" userId="S::adam.watkin@utcleeds.co.uk::367a0140-5d2d-41f2-baad-61c34010bc9d" providerId="AD" clId="Web-{3B3480FE-7F79-E1AB-2ED8-019F9E153597}" dt="2025-09-15T17:59:05.418" v="255" actId="20577"/>
          <ac:spMkLst>
            <pc:docMk/>
            <pc:sldMk cId="1902568077" sldId="265"/>
            <ac:spMk id="2" creationId="{76101363-5E99-EC9D-5AFB-9EA6A2C7DBA8}"/>
          </ac:spMkLst>
        </pc:spChg>
        <pc:spChg chg="mod">
          <ac:chgData name="Adam Watkin" userId="S::adam.watkin@utcleeds.co.uk::367a0140-5d2d-41f2-baad-61c34010bc9d" providerId="AD" clId="Web-{3B3480FE-7F79-E1AB-2ED8-019F9E153597}" dt="2025-09-15T17:59:53.684" v="332" actId="20577"/>
          <ac:spMkLst>
            <pc:docMk/>
            <pc:sldMk cId="1902568077" sldId="265"/>
            <ac:spMk id="3" creationId="{E91D8A4B-BB88-05FA-FE92-6E6C0F4BA866}"/>
          </ac:spMkLst>
        </pc:spChg>
      </pc:sldChg>
      <pc:sldMasterChg chg="del delSldLayout">
        <pc:chgData name="Adam Watkin" userId="S::adam.watkin@utcleeds.co.uk::367a0140-5d2d-41f2-baad-61c34010bc9d" providerId="AD" clId="Web-{3B3480FE-7F79-E1AB-2ED8-019F9E153597}" dt="2025-09-15T17:47:13.601" v="32"/>
        <pc:sldMasterMkLst>
          <pc:docMk/>
          <pc:sldMasterMk cId="2460954070" sldId="2147483660"/>
        </pc:sldMasterMkLst>
        <pc:sldLayoutChg chg="del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Adam Watkin" userId="S::adam.watkin@utcleeds.co.uk::367a0140-5d2d-41f2-baad-61c34010bc9d" providerId="AD" clId="Web-{3B3480FE-7F79-E1AB-2ED8-019F9E153597}" dt="2025-09-15T17:47:13.601" v="32"/>
        <pc:sldMasterMkLst>
          <pc:docMk/>
          <pc:sldMasterMk cId="657300565" sldId="2147483672"/>
        </pc:sldMasterMkLst>
        <pc:sldLayoutChg chg="add mod replId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657300565" sldId="2147483672"/>
            <pc:sldLayoutMk cId="4134905400" sldId="2147483673"/>
          </pc:sldLayoutMkLst>
        </pc:sldLayoutChg>
        <pc:sldLayoutChg chg="add mod replId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657300565" sldId="2147483672"/>
            <pc:sldLayoutMk cId="1647122383" sldId="2147483674"/>
          </pc:sldLayoutMkLst>
        </pc:sldLayoutChg>
        <pc:sldLayoutChg chg="add mod replId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657300565" sldId="2147483672"/>
            <pc:sldLayoutMk cId="1332446587" sldId="2147483675"/>
          </pc:sldLayoutMkLst>
        </pc:sldLayoutChg>
        <pc:sldLayoutChg chg="add mod replId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657300565" sldId="2147483672"/>
            <pc:sldLayoutMk cId="3640159283" sldId="2147483676"/>
          </pc:sldLayoutMkLst>
        </pc:sldLayoutChg>
        <pc:sldLayoutChg chg="add mod replId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657300565" sldId="2147483672"/>
            <pc:sldLayoutMk cId="588166931" sldId="2147483677"/>
          </pc:sldLayoutMkLst>
        </pc:sldLayoutChg>
        <pc:sldLayoutChg chg="add mod replId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657300565" sldId="2147483672"/>
            <pc:sldLayoutMk cId="272091739" sldId="2147483678"/>
          </pc:sldLayoutMkLst>
        </pc:sldLayoutChg>
        <pc:sldLayoutChg chg="add mod replId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657300565" sldId="2147483672"/>
            <pc:sldLayoutMk cId="2291527740" sldId="2147483679"/>
          </pc:sldLayoutMkLst>
        </pc:sldLayoutChg>
        <pc:sldLayoutChg chg="add mod replId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657300565" sldId="2147483672"/>
            <pc:sldLayoutMk cId="287655659" sldId="2147483680"/>
          </pc:sldLayoutMkLst>
        </pc:sldLayoutChg>
        <pc:sldLayoutChg chg="add mod replId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657300565" sldId="2147483672"/>
            <pc:sldLayoutMk cId="3428080757" sldId="2147483681"/>
          </pc:sldLayoutMkLst>
        </pc:sldLayoutChg>
        <pc:sldLayoutChg chg="add mod replId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657300565" sldId="2147483672"/>
            <pc:sldLayoutMk cId="4233152" sldId="2147483682"/>
          </pc:sldLayoutMkLst>
        </pc:sldLayoutChg>
        <pc:sldLayoutChg chg="add mod replId">
          <pc:chgData name="Adam Watkin" userId="S::adam.watkin@utcleeds.co.uk::367a0140-5d2d-41f2-baad-61c34010bc9d" providerId="AD" clId="Web-{3B3480FE-7F79-E1AB-2ED8-019F9E153597}" dt="2025-09-15T17:47:13.601" v="32"/>
          <pc:sldLayoutMkLst>
            <pc:docMk/>
            <pc:sldMasterMk cId="657300565" sldId="2147483672"/>
            <pc:sldLayoutMk cId="2653404457" sldId="2147483683"/>
          </pc:sldLayoutMkLst>
        </pc:sldLayoutChg>
      </pc:sldMasterChg>
    </pc:docChg>
  </pc:docChgLst>
  <pc:docChgLst>
    <pc:chgData name="Adam Watkin" userId="S::adam.watkin@utcleeds.co.uk::367a0140-5d2d-41f2-baad-61c34010bc9d" providerId="AD" clId="Web-{FD4A1326-7EA4-1CF5-E3B9-2F4A7910EFB3}"/>
    <pc:docChg chg="modSld">
      <pc:chgData name="Adam Watkin" userId="S::adam.watkin@utcleeds.co.uk::367a0140-5d2d-41f2-baad-61c34010bc9d" providerId="AD" clId="Web-{FD4A1326-7EA4-1CF5-E3B9-2F4A7910EFB3}" dt="2025-09-16T10:42:35.737" v="24" actId="1076"/>
      <pc:docMkLst>
        <pc:docMk/>
      </pc:docMkLst>
      <pc:sldChg chg="modSp">
        <pc:chgData name="Adam Watkin" userId="S::adam.watkin@utcleeds.co.uk::367a0140-5d2d-41f2-baad-61c34010bc9d" providerId="AD" clId="Web-{FD4A1326-7EA4-1CF5-E3B9-2F4A7910EFB3}" dt="2025-09-16T10:40:53.936" v="6" actId="1076"/>
        <pc:sldMkLst>
          <pc:docMk/>
          <pc:sldMk cId="723654445" sldId="260"/>
        </pc:sldMkLst>
        <pc:picChg chg="mod modCrop">
          <ac:chgData name="Adam Watkin" userId="S::adam.watkin@utcleeds.co.uk::367a0140-5d2d-41f2-baad-61c34010bc9d" providerId="AD" clId="Web-{FD4A1326-7EA4-1CF5-E3B9-2F4A7910EFB3}" dt="2025-09-16T10:40:53.936" v="6" actId="1076"/>
          <ac:picMkLst>
            <pc:docMk/>
            <pc:sldMk cId="723654445" sldId="260"/>
            <ac:picMk id="4" creationId="{07DE538C-4212-C693-2D71-AFF6909547A8}"/>
          </ac:picMkLst>
        </pc:picChg>
      </pc:sldChg>
      <pc:sldChg chg="modSp">
        <pc:chgData name="Adam Watkin" userId="S::adam.watkin@utcleeds.co.uk::367a0140-5d2d-41f2-baad-61c34010bc9d" providerId="AD" clId="Web-{FD4A1326-7EA4-1CF5-E3B9-2F4A7910EFB3}" dt="2025-09-16T10:41:20.377" v="13" actId="1076"/>
        <pc:sldMkLst>
          <pc:docMk/>
          <pc:sldMk cId="2429584484" sldId="261"/>
        </pc:sldMkLst>
        <pc:picChg chg="mod modCrop">
          <ac:chgData name="Adam Watkin" userId="S::adam.watkin@utcleeds.co.uk::367a0140-5d2d-41f2-baad-61c34010bc9d" providerId="AD" clId="Web-{FD4A1326-7EA4-1CF5-E3B9-2F4A7910EFB3}" dt="2025-09-16T10:41:20.377" v="13" actId="1076"/>
          <ac:picMkLst>
            <pc:docMk/>
            <pc:sldMk cId="2429584484" sldId="261"/>
            <ac:picMk id="4" creationId="{ED0798C0-2538-B61B-4CDE-35F2FC3ADEB0}"/>
          </ac:picMkLst>
        </pc:picChg>
      </pc:sldChg>
      <pc:sldChg chg="modSp">
        <pc:chgData name="Adam Watkin" userId="S::adam.watkin@utcleeds.co.uk::367a0140-5d2d-41f2-baad-61c34010bc9d" providerId="AD" clId="Web-{FD4A1326-7EA4-1CF5-E3B9-2F4A7910EFB3}" dt="2025-09-16T10:41:58.064" v="19" actId="1076"/>
        <pc:sldMkLst>
          <pc:docMk/>
          <pc:sldMk cId="1291410614" sldId="262"/>
        </pc:sldMkLst>
        <pc:picChg chg="mod modCrop">
          <ac:chgData name="Adam Watkin" userId="S::adam.watkin@utcleeds.co.uk::367a0140-5d2d-41f2-baad-61c34010bc9d" providerId="AD" clId="Web-{FD4A1326-7EA4-1CF5-E3B9-2F4A7910EFB3}" dt="2025-09-16T10:41:58.064" v="19" actId="1076"/>
          <ac:picMkLst>
            <pc:docMk/>
            <pc:sldMk cId="1291410614" sldId="262"/>
            <ac:picMk id="4" creationId="{473228BE-810F-0790-B2BA-ACDCCC52D61A}"/>
          </ac:picMkLst>
        </pc:picChg>
      </pc:sldChg>
      <pc:sldChg chg="modSp">
        <pc:chgData name="Adam Watkin" userId="S::adam.watkin@utcleeds.co.uk::367a0140-5d2d-41f2-baad-61c34010bc9d" providerId="AD" clId="Web-{FD4A1326-7EA4-1CF5-E3B9-2F4A7910EFB3}" dt="2025-09-16T10:42:35.737" v="24" actId="1076"/>
        <pc:sldMkLst>
          <pc:docMk/>
          <pc:sldMk cId="1232278964" sldId="263"/>
        </pc:sldMkLst>
        <pc:picChg chg="mod modCrop">
          <ac:chgData name="Adam Watkin" userId="S::adam.watkin@utcleeds.co.uk::367a0140-5d2d-41f2-baad-61c34010bc9d" providerId="AD" clId="Web-{FD4A1326-7EA4-1CF5-E3B9-2F4A7910EFB3}" dt="2025-09-16T10:42:35.737" v="24" actId="1076"/>
          <ac:picMkLst>
            <pc:docMk/>
            <pc:sldMk cId="1232278964" sldId="263"/>
            <ac:picMk id="4" creationId="{1186A81E-7ABC-3E55-3DD1-81544C91B7B9}"/>
          </ac:picMkLst>
        </pc:picChg>
      </pc:sldChg>
      <pc:sldChg chg="modSp">
        <pc:chgData name="Adam Watkin" userId="S::adam.watkin@utcleeds.co.uk::367a0140-5d2d-41f2-baad-61c34010bc9d" providerId="AD" clId="Web-{FD4A1326-7EA4-1CF5-E3B9-2F4A7910EFB3}" dt="2025-09-16T08:01:25.826" v="0" actId="20577"/>
        <pc:sldMkLst>
          <pc:docMk/>
          <pc:sldMk cId="1902568077" sldId="265"/>
        </pc:sldMkLst>
        <pc:spChg chg="mod">
          <ac:chgData name="Adam Watkin" userId="S::adam.watkin@utcleeds.co.uk::367a0140-5d2d-41f2-baad-61c34010bc9d" providerId="AD" clId="Web-{FD4A1326-7EA4-1CF5-E3B9-2F4A7910EFB3}" dt="2025-09-16T08:01:25.826" v="0" actId="20577"/>
          <ac:spMkLst>
            <pc:docMk/>
            <pc:sldMk cId="1902568077" sldId="265"/>
            <ac:spMk id="3" creationId="{E91D8A4B-BB88-05FA-FE92-6E6C0F4BA86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90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122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446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159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66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1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527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55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080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04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3005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Input sanitisation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Why its needed and how to do it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36CFC-7405-BAB3-C949-347C4FB5E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Xss</a:t>
            </a:r>
            <a:r>
              <a:rPr lang="en-GB" dirty="0"/>
              <a:t> – Cross site scripting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DED23-E491-150C-63D9-2CCFC8E77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Trusted websites infested with code</a:t>
            </a:r>
          </a:p>
          <a:p>
            <a:endParaRPr lang="en-GB" dirty="0"/>
          </a:p>
          <a:p>
            <a:r>
              <a:rPr lang="en-GB"/>
              <a:t>Usually </a:t>
            </a:r>
            <a:r>
              <a:rPr lang="en-GB" err="1"/>
              <a:t>javascript</a:t>
            </a:r>
            <a:endParaRPr lang="en-GB"/>
          </a:p>
          <a:p>
            <a:endParaRPr lang="en-GB" dirty="0"/>
          </a:p>
          <a:p>
            <a:r>
              <a:rPr lang="en-GB" dirty="0"/>
              <a:t>Malicious intent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3098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8574E-6185-9BCE-B8B6-6041109E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 Injection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5E51E-4C1A-A1B6-B617-89DF3142A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Equifax told is about their attack 2017</a:t>
            </a:r>
          </a:p>
          <a:p>
            <a:endParaRPr lang="en-GB" dirty="0"/>
          </a:p>
          <a:p>
            <a:r>
              <a:rPr lang="en-GB" dirty="0"/>
              <a:t>Less secure webapp</a:t>
            </a:r>
          </a:p>
          <a:p>
            <a:endParaRPr lang="en-GB" dirty="0"/>
          </a:p>
          <a:p>
            <a:r>
              <a:rPr lang="en-GB" dirty="0"/>
              <a:t>SQL injection to access unauthorised data</a:t>
            </a:r>
          </a:p>
        </p:txBody>
      </p:sp>
    </p:spTree>
    <p:extLst>
      <p:ext uri="{BB962C8B-B14F-4D97-AF65-F5344CB8AC3E}">
        <p14:creationId xmlns:p14="http://schemas.microsoft.com/office/powerpoint/2010/main" val="2125309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7603-20AF-324E-1D75-FBE709562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filter_var</a:t>
            </a:r>
            <a:r>
              <a:rPr lang="en-GB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E4FB3-22F2-03C2-0C91-AB0FF006E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Built in feature of PHP</a:t>
            </a:r>
          </a:p>
          <a:p>
            <a:endParaRPr lang="en-GB" dirty="0"/>
          </a:p>
          <a:p>
            <a:r>
              <a:rPr lang="en-GB" dirty="0"/>
              <a:t>Sub routine that is called, it cleans out input and RETURNS a clean value. </a:t>
            </a:r>
          </a:p>
          <a:p>
            <a:endParaRPr lang="en-GB" dirty="0"/>
          </a:p>
          <a:p>
            <a:r>
              <a:rPr lang="en-GB" dirty="0"/>
              <a:t>Make sure to capture the returned value</a:t>
            </a:r>
          </a:p>
        </p:txBody>
      </p:sp>
    </p:spTree>
    <p:extLst>
      <p:ext uri="{BB962C8B-B14F-4D97-AF65-F5344CB8AC3E}">
        <p14:creationId xmlns:p14="http://schemas.microsoft.com/office/powerpoint/2010/main" val="197718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9FC36-0578-D25B-2C49-2655538D8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j-lt"/>
                <a:cs typeface="+mj-lt"/>
              </a:rPr>
              <a:t>FILTER_SANITIZE_STRING</a:t>
            </a:r>
            <a:endParaRPr lang="en-US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DE538C-4212-C693-2D71-AFF690954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9856" t="34402" r="21609" b="45085"/>
          <a:stretch>
            <a:fillRect/>
          </a:stretch>
        </p:blipFill>
        <p:spPr>
          <a:xfrm>
            <a:off x="1800681" y="2132284"/>
            <a:ext cx="8593776" cy="25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65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DA1E3-ED07-BE1C-BF66-72FE80931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j-lt"/>
                <a:cs typeface="+mj-lt"/>
              </a:rPr>
              <a:t>FILTER_SANITIZE_EMAIL</a:t>
            </a:r>
            <a:endParaRPr lang="en-US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0798C0-2538-B61B-4CDE-35F2FC3AD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0336" t="57692" r="22089" b="23077"/>
          <a:stretch>
            <a:fillRect/>
          </a:stretch>
        </p:blipFill>
        <p:spPr>
          <a:xfrm>
            <a:off x="1605534" y="2122991"/>
            <a:ext cx="8984115" cy="260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584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78FC2-8A5F-7049-043B-E8E3AD23D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j-lt"/>
                <a:cs typeface="+mj-lt"/>
              </a:rPr>
              <a:t>FILTER_SANITIZE_URL</a:t>
            </a:r>
            <a:endParaRPr lang="en-US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3228BE-810F-0790-B2BA-ACDCCC52D6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174" t="28205" r="28331" b="54915"/>
          <a:stretch>
            <a:fillRect/>
          </a:stretch>
        </p:blipFill>
        <p:spPr>
          <a:xfrm>
            <a:off x="1986534" y="2346015"/>
            <a:ext cx="8212882" cy="215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10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D9621-FEB2-AA33-69B4-816676F1A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j-lt"/>
                <a:cs typeface="+mj-lt"/>
              </a:rPr>
              <a:t>FILTER_SANITIZE_NUMBER_INT</a:t>
            </a:r>
            <a:endParaRPr lang="en-US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86A81E-7ABC-3E55-3DD1-81544C91B7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6735" t="53632" r="28691" b="29487"/>
          <a:stretch>
            <a:fillRect/>
          </a:stretch>
        </p:blipFill>
        <p:spPr>
          <a:xfrm>
            <a:off x="2116632" y="2327429"/>
            <a:ext cx="7952789" cy="220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78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89CF8-2FFF-0F8A-01EA-EA46CE43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j-lt"/>
                <a:cs typeface="+mj-lt"/>
              </a:rPr>
              <a:t>FILTER_SANITIZE_NUMBER_FLOAT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06635-D1F3-42DA-90B7-15B682F46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&lt;?</a:t>
            </a:r>
            <a:r>
              <a:rPr lang="en-GB" err="1">
                <a:ea typeface="+mn-lt"/>
                <a:cs typeface="+mn-lt"/>
              </a:rPr>
              <a:t>php</a:t>
            </a:r>
            <a:r>
              <a:rPr lang="en-GB" dirty="0">
                <a:ea typeface="+mn-lt"/>
                <a:cs typeface="+mn-lt"/>
              </a:rPr>
              <a:t> </a:t>
            </a:r>
            <a:br>
              <a:rPr lang="en-GB" dirty="0">
                <a:ea typeface="+mn-lt"/>
                <a:cs typeface="+mn-lt"/>
              </a:rPr>
            </a:br>
            <a:endParaRPr lang="en-GB" dirty="0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$</a:t>
            </a:r>
            <a:r>
              <a:rPr lang="en-GB" err="1">
                <a:ea typeface="+mn-lt"/>
                <a:cs typeface="+mn-lt"/>
              </a:rPr>
              <a:t>unsanitized_float</a:t>
            </a:r>
            <a:r>
              <a:rPr lang="en-GB" dirty="0">
                <a:ea typeface="+mn-lt"/>
                <a:cs typeface="+mn-lt"/>
              </a:rPr>
              <a:t> = "123.456,789"; </a:t>
            </a:r>
            <a:br>
              <a:rPr lang="en-GB" dirty="0">
                <a:ea typeface="+mn-lt"/>
                <a:cs typeface="+mn-lt"/>
              </a:rPr>
            </a:br>
            <a:endParaRPr lang="en-GB" dirty="0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$</a:t>
            </a:r>
            <a:r>
              <a:rPr lang="en-GB" dirty="0" err="1">
                <a:ea typeface="+mn-lt"/>
                <a:cs typeface="+mn-lt"/>
              </a:rPr>
              <a:t>sanitized_float</a:t>
            </a:r>
            <a:r>
              <a:rPr lang="en-GB" dirty="0">
                <a:ea typeface="+mn-lt"/>
                <a:cs typeface="+mn-lt"/>
              </a:rPr>
              <a:t> = </a:t>
            </a:r>
            <a:r>
              <a:rPr lang="en-GB" dirty="0" err="1">
                <a:ea typeface="+mn-lt"/>
                <a:cs typeface="+mn-lt"/>
              </a:rPr>
              <a:t>filter_var</a:t>
            </a:r>
            <a:r>
              <a:rPr lang="en-GB" dirty="0">
                <a:ea typeface="+mn-lt"/>
                <a:cs typeface="+mn-lt"/>
              </a:rPr>
              <a:t>($</a:t>
            </a:r>
            <a:r>
              <a:rPr lang="en-GB" dirty="0" err="1">
                <a:ea typeface="+mn-lt"/>
                <a:cs typeface="+mn-lt"/>
              </a:rPr>
              <a:t>unsanitized_float</a:t>
            </a:r>
            <a:r>
              <a:rPr lang="en-GB" dirty="0">
                <a:ea typeface="+mn-lt"/>
                <a:cs typeface="+mn-lt"/>
              </a:rPr>
              <a:t>, FILTER_SANITIZE_NUMBER_FLOAT, FILTER_FLAG_ALLOW_FRACTION); // Output: 123.456 ?&gt;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83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01363-5E99-EC9D-5AFB-9EA6A2C7D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Task: Make a mini site called "</a:t>
            </a:r>
            <a:r>
              <a:rPr lang="en-GB" dirty="0" err="1"/>
              <a:t>sani</a:t>
            </a:r>
            <a:r>
              <a:rPr lang="en-GB" dirty="0"/>
              <a:t>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D8A4B-BB88-05FA-FE92-6E6C0F4BA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Set up directory called: </a:t>
            </a:r>
            <a:r>
              <a:rPr lang="en-GB" err="1"/>
              <a:t>sani</a:t>
            </a:r>
            <a:endParaRPr lang="en-US" err="1"/>
          </a:p>
          <a:p>
            <a:endParaRPr lang="en-GB" dirty="0"/>
          </a:p>
          <a:p>
            <a:r>
              <a:rPr lang="en-GB" dirty="0"/>
              <a:t>Create a form on the index page which takes in each of the types of input to sanitise</a:t>
            </a:r>
          </a:p>
          <a:p>
            <a:endParaRPr lang="en-GB" dirty="0"/>
          </a:p>
          <a:p>
            <a:r>
              <a:rPr lang="en-GB"/>
              <a:t>Sanitise each output the result with a suitable message</a:t>
            </a:r>
          </a:p>
        </p:txBody>
      </p:sp>
    </p:spTree>
    <p:extLst>
      <p:ext uri="{BB962C8B-B14F-4D97-AF65-F5344CB8AC3E}">
        <p14:creationId xmlns:p14="http://schemas.microsoft.com/office/powerpoint/2010/main" val="1902568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iculumSubject xmlns="a04d4b19-f621-4c3c-bc2e-e56ad8b8266c">T-level Digital</CurriculumSubject>
    <a90ffa40902743bb99d67678a74fff05 xmlns="a04d4b19-f621-4c3c-bc2e-e56ad8b8266c">
      <Terms xmlns="http://schemas.microsoft.com/office/infopath/2007/PartnerControls"/>
    </a90ffa40902743bb99d67678a74fff05>
    <nb57963f19db43999fe03d95719ba5d2 xmlns="a04d4b19-f621-4c3c-bc2e-e56ad8b8266c">
      <Terms xmlns="http://schemas.microsoft.com/office/infopath/2007/PartnerControls"/>
    </nb57963f19db43999fe03d95719ba5d2>
    <Year xmlns="a04d4b19-f621-4c3c-bc2e-e56ad8b8266c" xsi:nil="true"/>
    <KeyStage xmlns="a04d4b19-f621-4c3c-bc2e-e56ad8b8266c" xsi:nil="true"/>
    <PersonalIdentificationData xmlns="a04d4b19-f621-4c3c-bc2e-e56ad8b8266c" xsi:nil="true"/>
    <TaxCatchAll xmlns="a04d4b19-f621-4c3c-bc2e-e56ad8b8266c" xsi:nil="true"/>
    <Lesson xmlns="a04d4b19-f621-4c3c-bc2e-e56ad8b8266c" xsi:nil="true"/>
    <CustomTags xmlns="a04d4b19-f621-4c3c-bc2e-e56ad8b8266c" xsi:nil="true"/>
    <mcb57dbb60604ce6a1cb56bc7737ae97 xmlns="a04d4b19-f621-4c3c-bc2e-e56ad8b8266c">
      <Terms xmlns="http://schemas.microsoft.com/office/infopath/2007/PartnerControls"/>
    </mcb57dbb60604ce6a1cb56bc7737ae97>
    <b3f45adbdd2a47258628f32c9c148486 xmlns="a04d4b19-f621-4c3c-bc2e-e56ad8b8266c">
      <Terms xmlns="http://schemas.microsoft.com/office/infopath/2007/PartnerControls"/>
    </b3f45adbdd2a47258628f32c9c148486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8AA2687650C7489F2FEF75993EAC27" ma:contentTypeVersion="18" ma:contentTypeDescription="Create a new document." ma:contentTypeScope="" ma:versionID="28c19bffd857169306197bbd60cccfdd">
  <xsd:schema xmlns:xsd="http://www.w3.org/2001/XMLSchema" xmlns:xs="http://www.w3.org/2001/XMLSchema" xmlns:p="http://schemas.microsoft.com/office/2006/metadata/properties" xmlns:ns2="a04d4b19-f621-4c3c-bc2e-e56ad8b8266c" xmlns:ns3="b9973ed0-ba7e-4bfb-a5d9-99b9d1a24c62" targetNamespace="http://schemas.microsoft.com/office/2006/metadata/properties" ma:root="true" ma:fieldsID="5a509b7c8a0014d4576d71ac2ee9d16d" ns2:_="" ns3:_="">
    <xsd:import namespace="a04d4b19-f621-4c3c-bc2e-e56ad8b8266c"/>
    <xsd:import namespace="b9973ed0-ba7e-4bfb-a5d9-99b9d1a24c62"/>
    <xsd:element name="properties">
      <xsd:complexType>
        <xsd:sequence>
          <xsd:element name="documentManagement">
            <xsd:complexType>
              <xsd:all>
                <xsd:element ref="ns2:mcb57dbb60604ce6a1cb56bc7737ae97" minOccurs="0"/>
                <xsd:element ref="ns2:TaxCatchAll" minOccurs="0"/>
                <xsd:element ref="ns2:a90ffa40902743bb99d67678a74fff05" minOccurs="0"/>
                <xsd:element ref="ns2:b3f45adbdd2a47258628f32c9c148486" minOccurs="0"/>
                <xsd:element ref="ns2:nb57963f19db43999fe03d95719ba5d2" minOccurs="0"/>
                <xsd:element ref="ns2:PersonalIdentificationData" minOccurs="0"/>
                <xsd:element ref="ns2:KeyStage" minOccurs="0"/>
                <xsd:element ref="ns2:Year" minOccurs="0"/>
                <xsd:element ref="ns2:Lesson" minOccurs="0"/>
                <xsd:element ref="ns2:CustomTags" minOccurs="0"/>
                <xsd:element ref="ns2:CurriculumSubject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d4b19-f621-4c3c-bc2e-e56ad8b8266c" elementFormDefault="qualified">
    <xsd:import namespace="http://schemas.microsoft.com/office/2006/documentManagement/types"/>
    <xsd:import namespace="http://schemas.microsoft.com/office/infopath/2007/PartnerControls"/>
    <xsd:element name="mcb57dbb60604ce6a1cb56bc7737ae97" ma:index="9" nillable="true" ma:taxonomy="true" ma:internalName="mcb57dbb60604ce6a1cb56bc7737ae97" ma:taxonomyFieldName="Topic" ma:displayName="Topic" ma:fieldId="{6cb57dbb-6060-4ce6-a1cb-56bc7737ae97}" ma:sspId="d1e1aebe-9980-4bd8-bca9-3cd8b19c1a26" ma:termSetId="71e609f5-4776-43e8-8bfd-5da4a1b1d2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17978799-9331-4147-b6f4-65d46b2e75e0}" ma:internalName="TaxCatchAll" ma:showField="CatchAllData" ma:web="a04d4b19-f621-4c3c-bc2e-e56ad8b826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90ffa40902743bb99d67678a74fff05" ma:index="12" nillable="true" ma:taxonomy="true" ma:internalName="a90ffa40902743bb99d67678a74fff05" ma:taxonomyFieldName="Exam_x0020_Board" ma:displayName="Exam Board" ma:fieldId="{a90ffa40-9027-43bb-99d6-7678a74fff05}" ma:sspId="d1e1aebe-9980-4bd8-bca9-3cd8b19c1a26" ma:termSetId="e02c9b1f-1fde-4376-8025-8fa9567ac8b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3f45adbdd2a47258628f32c9c148486" ma:index="14" nillable="true" ma:taxonomy="true" ma:internalName="b3f45adbdd2a47258628f32c9c148486" ma:taxonomyFieldName="Week" ma:displayName="Week" ma:fieldId="{b3f45adb-dd2a-4725-8628-f32c9c148486}" ma:sspId="d1e1aebe-9980-4bd8-bca9-3cd8b19c1a26" ma:termSetId="831d8c1a-a70e-4f31-aebe-526f4506a9a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b57963f19db43999fe03d95719ba5d2" ma:index="16" nillable="true" ma:taxonomy="true" ma:internalName="nb57963f19db43999fe03d95719ba5d2" ma:taxonomyFieldName="Term" ma:displayName="Term" ma:fieldId="{7b57963f-19db-4399-9fe0-3d95719ba5d2}" ma:sspId="d1e1aebe-9980-4bd8-bca9-3cd8b19c1a26" ma:termSetId="9a8ac47f-3a28-4f5d-ac1e-a09b65b5560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ersonalIdentificationData" ma:index="17" nillable="true" ma:displayName="Personal Identification Data" ma:internalName="Personal_x0020_Identification_x0020_Data">
      <xsd:simpleType>
        <xsd:restriction base="dms:Choice">
          <xsd:enumeration value="No"/>
          <xsd:enumeration value="Yes"/>
        </xsd:restriction>
      </xsd:simpleType>
    </xsd:element>
    <xsd:element name="KeyStage" ma:index="18" nillable="true" ma:displayName="Key Stage" ma:internalName="Key_x0020_Stage">
      <xsd:simpleType>
        <xsd:restriction base="dms:Text"/>
      </xsd:simpleType>
    </xsd:element>
    <xsd:element name="Year" ma:index="19" nillable="true" ma:displayName="Year" ma:internalName="Year">
      <xsd:simpleType>
        <xsd:restriction base="dms:Text"/>
      </xsd:simpleType>
    </xsd:element>
    <xsd:element name="Lesson" ma:index="20" nillable="true" ma:displayName="Lesson" ma:internalName="Lesson">
      <xsd:simpleType>
        <xsd:restriction base="dms:Text"/>
      </xsd:simpleType>
    </xsd:element>
    <xsd:element name="CustomTags" ma:index="21" nillable="true" ma:displayName="Custom Tags" ma:internalName="Custom_x0020_Tags">
      <xsd:simpleType>
        <xsd:restriction base="dms:Text"/>
      </xsd:simpleType>
    </xsd:element>
    <xsd:element name="CurriculumSubject" ma:index="22" nillable="true" ma:displayName="Curriculum Subject" ma:default="T-level Digital" ma:internalName="Curriculum_x0020_Subject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973ed0-ba7e-4bfb-a5d9-99b9d1a24c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B39ECB-EC19-4931-AA20-F08101F4CE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719E34-9AA4-41CB-B3C8-C1221FA0BCF4}">
  <ds:schemaRefs>
    <ds:schemaRef ds:uri="http://schemas.microsoft.com/office/2006/metadata/properties"/>
    <ds:schemaRef ds:uri="http://schemas.microsoft.com/office/infopath/2007/PartnerControls"/>
    <ds:schemaRef ds:uri="a04d4b19-f621-4c3c-bc2e-e56ad8b8266c"/>
    <ds:schemaRef ds:uri="cd186e81-9251-4aad-9103-4c6d14f9fcfa"/>
  </ds:schemaRefs>
</ds:datastoreItem>
</file>

<file path=customXml/itemProps3.xml><?xml version="1.0" encoding="utf-8"?>
<ds:datastoreItem xmlns:ds="http://schemas.openxmlformats.org/officeDocument/2006/customXml" ds:itemID="{B0328898-BF97-4E01-87C4-3515AAED5656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Input sanitisation</vt:lpstr>
      <vt:lpstr>Xss – Cross site scripting</vt:lpstr>
      <vt:lpstr>SQL Injection attack</vt:lpstr>
      <vt:lpstr>filter_var()</vt:lpstr>
      <vt:lpstr>FILTER_SANITIZE_STRING</vt:lpstr>
      <vt:lpstr>FILTER_SANITIZE_EMAIL</vt:lpstr>
      <vt:lpstr>FILTER_SANITIZE_URL</vt:lpstr>
      <vt:lpstr>FILTER_SANITIZE_NUMBER_INT</vt:lpstr>
      <vt:lpstr>FILTER_SANITIZE_NUMBER_FLOAT</vt:lpstr>
      <vt:lpstr>Task: Make a mini site called "sani"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66</cp:revision>
  <dcterms:created xsi:type="dcterms:W3CDTF">2025-09-15T17:46:45Z</dcterms:created>
  <dcterms:modified xsi:type="dcterms:W3CDTF">2025-09-16T10:42:40Z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0x010100228AA2687650C7489F2FEF75993EAC27</vt:lpwstr>
  </property>
  <property fmtid="{D5CDD505-2E9C-101B-9397-08002B2CF9AE}" pid="3" name="Staff_x0020_Category">
    <vt:lpwstr/>
  </property>
  <property fmtid="{D5CDD505-2E9C-101B-9397-08002B2CF9AE}" pid="4" name="Staff Category">
    <vt:lpwstr/>
  </property>
  <property fmtid="{D5CDD505-2E9C-101B-9397-08002B2CF9AE}" pid="5" name="Exam_x0020_Board">
    <vt:lpwstr/>
  </property>
  <property fmtid="{D5CDD505-2E9C-101B-9397-08002B2CF9AE}" pid="6" name="Topic">
    <vt:lpwstr/>
  </property>
  <property fmtid="{D5CDD505-2E9C-101B-9397-08002B2CF9AE}" pid="7" name="MediaServiceImageTags">
    <vt:lpwstr/>
  </property>
  <property fmtid="{D5CDD505-2E9C-101B-9397-08002B2CF9AE}" pid="8" name="Term">
    <vt:lpwstr/>
  </property>
  <property fmtid="{D5CDD505-2E9C-101B-9397-08002B2CF9AE}" pid="9" name="Week">
    <vt:lpwstr/>
  </property>
  <property fmtid="{D5CDD505-2E9C-101B-9397-08002B2CF9AE}" pid="10" name="Exam Board">
    <vt:lpwstr/>
  </property>
</Properties>
</file>