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22DE-7F2E-83CD-8779-E589E89BF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5E99A-BCC5-6FFE-7297-E23664C5B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C033-E765-B654-A26B-4BBF9F7E6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9F40-9051-F4E5-5EA4-918F21EA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A0C9-0E8F-A6EE-BDE3-047D7DCA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59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8F73-0FCF-2354-1587-8D2683C7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EE15A-7B36-EC83-D4C7-BA29C5199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E16DC-01ED-CBBC-74AF-AF923B57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4DBD9-2FE8-22DA-7BC0-FE3A24B6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F6528-B66F-E824-DC7B-10761B2D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56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A75B-7308-CD37-09D0-F3EA6F02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7887B-7E4E-F6AB-E275-5D47FA023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4A942-2BF2-D5E5-2D6A-D00981145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E45EF-0F43-C1AB-4B95-435050CC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94D00-061C-7F95-4133-EC37E82A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30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E454-F35F-60D9-3CA6-EE509E48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6AC3D-CE8F-D6DA-7AD9-561C429EC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28C1D-FAB2-9DC5-D92B-27C283A42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A94B7-43E3-FB97-BCBD-0416DA31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121C-17C7-F8F4-F977-9877BADF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31BFA-5D3C-214A-88D7-38AC7AB1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596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8C2F-6408-240D-3DC3-CC77FAB6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BB61A-AD56-4254-F367-004D1450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4716B-3902-3500-BB36-F6D2B6ED5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8F99D-7370-F310-BAC0-D7AAB7A77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AFD31-A9C4-4BA5-DAAF-80701C257B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E1E394-03F2-85CF-793B-B813E5BB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920F0-7F2B-92B3-75B1-1C5386D1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A838F-1608-5D13-09C0-15D7615F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89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51D6-1397-E3C4-4B9F-D57102D3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1846A-DA5A-3B50-81E9-16C5B651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6DCAC-04C1-5006-9E25-21BC3F73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55987-07BE-BBCA-65CC-C0C9F408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16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AB81C-9478-11BE-09DF-571AFB86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FAC18-C922-0627-98B8-F662B7F6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A034F-5AB7-ABEB-6747-C96C281E0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6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EBF6-5ECC-59FC-4592-5418D9773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1225D-0CA1-E0EF-EBF2-745B45CB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17179-305B-5A1F-B54B-3F828476C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C946-FF0C-A83D-AE1B-0C6F5D8E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438A7-A5D8-DDB1-5A96-69045087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892B-FFBE-C6CE-173D-CE586DC4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98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9A45-F6D7-C240-CA3A-298518CF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D038D-E321-2F50-DE2E-FE0BCE3EE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FE4D9-3C21-1582-5B93-CD794DAD6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B4458-3456-1CF0-622E-B854B7BDA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A4DA8-4CB3-1A32-6ABB-D6CF86A8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1567E-A563-1745-2250-5435E90D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64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2F5E-EB2B-0AF9-1F0E-B784E89A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D99B0-1AE8-9685-2272-C83219DC1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ACFD-A531-7076-5F8F-9C775A96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518B0-4128-6E9E-55CD-2CE6342B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251FF-1D45-17D9-1F22-1379773A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26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4DE26-7F04-1163-BD09-D8E5AC246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2D1E0-381F-F372-02F2-212F6425F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00DF-C713-5F6D-F588-17EC39180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3D1C-2DA9-E2B4-D849-C56685E00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739D4-B772-A7CB-4B0B-6908BE99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01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7B8E1-0323-A3CF-AEDD-176C73B1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E465-5AEB-4D1E-842E-1F2A7FC3B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F6509-73A3-811A-7EA5-C79D37F34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86ABB-70D9-44A0-B29A-A1E84B35F5D3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CDB2-D210-ECDD-82DC-24EED264A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B064E-294E-2484-4525-671121835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DD0F6-B40B-4F2A-BDCA-6B63C1B507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86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B6F9-AA15-C455-3CEE-D29812EB9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How to make a data 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5A5A8-CBF1-3402-4CCD-59F065B2E2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2225-BF9D-8934-D143-019DC511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a new data 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912FBA-5583-11EC-BC17-D37EF4FD0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994" y="2200817"/>
            <a:ext cx="8326012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2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B358-829D-303D-2EE8-771BB3B2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the data base and press create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1C9F5-0EAD-F29D-F906-EE4AB6FA7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072" y="2315133"/>
            <a:ext cx="8811855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B5BC-9B27-3738-EE0E-B7DA2D6D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and create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28D21-330A-42E7-FC76-C275389B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5312" y="2729529"/>
            <a:ext cx="520137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4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9E20-4178-EC05-FC5F-36B052C0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each record, select right datatype, and add the primary key, then save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C2C3B0-85C4-105A-E52C-30D70323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375" y="1825625"/>
            <a:ext cx="96472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1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EC-C7DD-F5EE-1803-B33C79C4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 new and any other tables you need and your link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649B95-5F30-3C3E-FA59-ADD8946B2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1313" y="2581871"/>
            <a:ext cx="3029373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2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3D6F9-163C-A31F-24F5-8F29F9FE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you need to add a </a:t>
            </a:r>
            <a:r>
              <a:rPr lang="en-GB" dirty="0" err="1"/>
              <a:t>coloum</a:t>
            </a:r>
            <a:r>
              <a:rPr lang="en-GB" dirty="0"/>
              <a:t> in a table press 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A62578-A241-272E-1504-225C0855E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825" y="2869810"/>
            <a:ext cx="6684899" cy="188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32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1854-5D25-4CC9-F0C4-DD50DDCE1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</p:spPr>
        <p:txBody>
          <a:bodyPr>
            <a:normAutofit fontScale="90000"/>
          </a:bodyPr>
          <a:lstStyle/>
          <a:p>
            <a:r>
              <a:rPr lang="en-GB" dirty="0"/>
              <a:t>For you link table you want to create </a:t>
            </a:r>
            <a:r>
              <a:rPr lang="en-GB" dirty="0" err="1"/>
              <a:t>foreinge</a:t>
            </a:r>
            <a:r>
              <a:rPr lang="en-GB" dirty="0"/>
              <a:t> keys, fist click the items you want to be the keys, then press index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6AB34-7035-17DD-011D-493DB048C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84699"/>
            <a:ext cx="10515600" cy="313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34EF-6C4C-ECE7-ABDA-8AA580EB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link them go on the database and then </a:t>
            </a:r>
            <a:r>
              <a:rPr lang="en-GB"/>
              <a:t>press designer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0CE0ED-78D0-F666-7666-126150891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9086"/>
            <a:ext cx="10515600" cy="298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How to make a data base</vt:lpstr>
      <vt:lpstr>Open a new data base</vt:lpstr>
      <vt:lpstr>Name the data base and press create</vt:lpstr>
      <vt:lpstr>Name and create table</vt:lpstr>
      <vt:lpstr>Name each record, select right datatype, and add the primary key, then save</vt:lpstr>
      <vt:lpstr>Add new and any other tables you need and your link table</vt:lpstr>
      <vt:lpstr>If you need to add a coloum in a table press here</vt:lpstr>
      <vt:lpstr>For you link table you want to create foreinge keys, fist click the items you want to be the keys, then press index</vt:lpstr>
      <vt:lpstr>To link them go on the database and then press designer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 Sheriff</dc:creator>
  <cp:lastModifiedBy>Ava Sheriff</cp:lastModifiedBy>
  <cp:revision>1</cp:revision>
  <dcterms:created xsi:type="dcterms:W3CDTF">2025-09-23T11:06:57Z</dcterms:created>
  <dcterms:modified xsi:type="dcterms:W3CDTF">2025-09-23T11:27:01Z</dcterms:modified>
</cp:coreProperties>
</file>